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Candidate Search and Filtering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Members: 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Sammangi Gopi Chand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889969-B6BD-B625-B51B-D82B28DAF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5" y="5952801"/>
            <a:ext cx="2263779" cy="74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Structure resume information for candidate review.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Compare candidate evidence with job requirements and assess experience.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Prepare O*NET occupation documents for semantic retrieval.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Coordinate screening steps and leave hiring decisions to recruiters.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Extract structured candidate information from resumes.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Compare candidate skills and job requirements.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Assess experience and present outputs for recruiter review.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Support interview question generation and checklist evaluation.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Keep final hiring decisions with a human recruiter.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Resume agent parses resumes into structured candidate profiles.</a:t>
            </a:r>
          </a:p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Job description and matching agents prepare and compare role profiles.</a:t>
            </a:r>
          </a:p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Coordinator runs resume, matching and experience assessment stages.</a:t>
            </a:r>
          </a:p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Interview workflow generates questions and records checklist evaluations.</a:t>
            </a:r>
          </a:p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O*NET retrieval searches embedded occupation documents with FAISS.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System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Resume and job details arrive in different formats and wording.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Relevant skills and experience must be compared with role requirements.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Occupation terminology can vary; the project prepares O*NET data for retrieval.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Screening outputs must support recruiter review and human decisions.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Clean O*NET files, standardize fields and normalize titles and skills.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Join occupation data by O*NET-SOC code and build profiles.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Create semantic documents, generate embeddings and build a FAISS index.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Parse resumes, match profiles and assess experience for recruiter review.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0624338" cy="37579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Python agents parse resumes, match job profiles and assess experience.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LangGraph coordinates workflow stages; PostgreSQL stores checkpoints.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800" b="0" dirty="0" err="1">
                <a:solidFill>
                  <a:srgbClr val="5583D1"/>
                </a:solidFill>
                <a:latin typeface="+mn-lt"/>
              </a:rPr>
              <a:t>Ollama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 creates embeddings; FAISS searches O*NET occupation documents.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Streamlit interfaces support recruiter review and interviewer evaluation.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 and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Processed output: 1,016 occupation profiles.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Semantic document and metadata files each contain 7,397 records.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FAISS index contains 7,397 vectors; retriever checks metadata count.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8 focused interview workflow tests passed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.</a:t>
            </a:r>
            <a:endParaRPr lang="en-US" sz="28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The repository implements resume, job matching and experience workflows.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O*NET semantic retrieval supports occupation context.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Interview evaluation records checklist selections and criterion based reports.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The recruiter remains responsible for hiring decisions.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The supplied template identifies the program as jointly offered by the University and LTIMindTree.</a:t>
            </a:r>
            <a:endParaRPr lang="en-US" sz="28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Project materials include the repository and O*NET data </a:t>
            </a:r>
            <a:r>
              <a:rPr lang="en-US" sz="2800" b="0">
                <a:solidFill>
                  <a:srgbClr val="5583D1"/>
                </a:solidFill>
                <a:latin typeface="+mn-lt"/>
              </a:rPr>
              <a:t>files.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Project documents: 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AGENTIC AI DOC.docx; Candidate Search and Filtering.docx.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O*NET files: 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raw/ source files and processed/ artifacts.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Implementation</a:t>
            </a:r>
            <a:r>
              <a: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: 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app/agents/, app/services/onet_retriever.py, preprocessing/.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Verification summary: 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PROGRESS.md; interview workflow work log.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523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Sammangi Gopi Chand</cp:lastModifiedBy>
  <cp:revision>26</cp:revision>
  <dcterms:created xsi:type="dcterms:W3CDTF">2024-05-13T10:33:11Z</dcterms:created>
  <dcterms:modified xsi:type="dcterms:W3CDTF">2026-10-08T03:39:01Z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